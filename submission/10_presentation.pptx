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1" d="100"/>
          <a:sy n="141" d="100"/>
        </p:scale>
        <p:origin x="9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 Nguyen" userId="9f5fd27d9273936d" providerId="LiveId" clId="{AC88EA9E-70A4-4E13-82F5-A44B617434F3}"/>
    <pc:docChg chg="undo custSel modSld">
      <pc:chgData name="Mi Nguyen" userId="9f5fd27d9273936d" providerId="LiveId" clId="{AC88EA9E-70A4-4E13-82F5-A44B617434F3}" dt="2026-04-28T15:28:30.875" v="16" actId="1076"/>
      <pc:docMkLst>
        <pc:docMk/>
      </pc:docMkLst>
      <pc:sldChg chg="modSp mod">
        <pc:chgData name="Mi Nguyen" userId="9f5fd27d9273936d" providerId="LiveId" clId="{AC88EA9E-70A4-4E13-82F5-A44B617434F3}" dt="2026-04-28T15:25:29.287" v="3" actId="1076"/>
        <pc:sldMkLst>
          <pc:docMk/>
          <pc:sldMk cId="0" sldId="257"/>
        </pc:sldMkLst>
        <pc:spChg chg="mod">
          <ac:chgData name="Mi Nguyen" userId="9f5fd27d9273936d" providerId="LiveId" clId="{AC88EA9E-70A4-4E13-82F5-A44B617434F3}" dt="2026-04-28T15:25:22.533" v="2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Mi Nguyen" userId="9f5fd27d9273936d" providerId="LiveId" clId="{AC88EA9E-70A4-4E13-82F5-A44B617434F3}" dt="2026-04-28T15:25:29.287" v="3" actId="1076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Mi Nguyen" userId="9f5fd27d9273936d" providerId="LiveId" clId="{AC88EA9E-70A4-4E13-82F5-A44B617434F3}" dt="2026-04-28T15:28:30.875" v="16" actId="1076"/>
        <pc:sldMkLst>
          <pc:docMk/>
          <pc:sldMk cId="0" sldId="261"/>
        </pc:sldMkLst>
        <pc:spChg chg="mod">
          <ac:chgData name="Mi Nguyen" userId="9f5fd27d9273936d" providerId="LiveId" clId="{AC88EA9E-70A4-4E13-82F5-A44B617434F3}" dt="2026-04-28T15:27:32.596" v="7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Mi Nguyen" userId="9f5fd27d9273936d" providerId="LiveId" clId="{AC88EA9E-70A4-4E13-82F5-A44B617434F3}" dt="2026-04-28T15:28:04.022" v="13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Mi Nguyen" userId="9f5fd27d9273936d" providerId="LiveId" clId="{AC88EA9E-70A4-4E13-82F5-A44B617434F3}" dt="2026-04-28T15:27:46.918" v="10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i Nguyen" userId="9f5fd27d9273936d" providerId="LiveId" clId="{AC88EA9E-70A4-4E13-82F5-A44B617434F3}" dt="2026-04-28T15:27:42.808" v="9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i Nguyen" userId="9f5fd27d9273936d" providerId="LiveId" clId="{AC88EA9E-70A4-4E13-82F5-A44B617434F3}" dt="2026-04-28T15:27:54.442" v="11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i Nguyen" userId="9f5fd27d9273936d" providerId="LiveId" clId="{AC88EA9E-70A4-4E13-82F5-A44B617434F3}" dt="2026-04-28T15:28:30.875" v="16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i Nguyen" userId="9f5fd27d9273936d" providerId="LiveId" clId="{AC88EA9E-70A4-4E13-82F5-A44B617434F3}" dt="2026-04-28T15:28:10.329" v="14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i Nguyen" userId="9f5fd27d9273936d" providerId="LiveId" clId="{AC88EA9E-70A4-4E13-82F5-A44B617434F3}" dt="2026-04-28T15:27:22.606" v="6" actId="1076"/>
          <ac:spMkLst>
            <pc:docMk/>
            <pc:sldMk cId="0" sldId="261"/>
            <ac:spMk id="20" creationId="{00000000-0000-0000-0000-000000000000}"/>
          </ac:spMkLst>
        </pc:spChg>
      </pc:sldChg>
      <pc:sldChg chg="modSp mod">
        <pc:chgData name="Mi Nguyen" userId="9f5fd27d9273936d" providerId="LiveId" clId="{AC88EA9E-70A4-4E13-82F5-A44B617434F3}" dt="2026-04-28T15:26:51.570" v="5" actId="1076"/>
        <pc:sldMkLst>
          <pc:docMk/>
          <pc:sldMk cId="0" sldId="264"/>
        </pc:sldMkLst>
        <pc:spChg chg="mod">
          <ac:chgData name="Mi Nguyen" userId="9f5fd27d9273936d" providerId="LiveId" clId="{AC88EA9E-70A4-4E13-82F5-A44B617434F3}" dt="2026-04-28T15:26:45.894" v="4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Mi Nguyen" userId="9f5fd27d9273936d" providerId="LiveId" clId="{AC88EA9E-70A4-4E13-82F5-A44B617434F3}" dt="2026-04-28T15:26:51.570" v="5" actId="1076"/>
          <ac:spMkLst>
            <pc:docMk/>
            <pc:sldMk cId="0" sldId="264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474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Night Planner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CS4398 Software Engineering — Final Presentation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12, 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Purpose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web app for planning movie nights with friend groups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features: user auth, friend system, groups, sessions, voting, AI recommendations, watchlists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deciding what to watch as a group is tedious — this app automates suggestions and voting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friend groups who regularly watch movies together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59373" y="2995448"/>
            <a:ext cx="3296007" cy="2047468"/>
          </a:xfrm>
          <a:prstGeom prst="rect">
            <a:avLst/>
          </a:prstGeom>
          <a:solidFill>
            <a:srgbClr val="14213D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64376" y="2647582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4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Together</a:t>
            </a:r>
            <a:endParaRPr lang="en-US" sz="4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Together</a:t>
            </a:r>
            <a:endParaRPr lang="en-US" sz="4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Together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JSX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with httpOnly cookie auth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SPA (single-page app)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TypeScript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+ MongoDB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+ refresh token auth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(recommendations)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 (movie metadata)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097280"/>
            <a:ext cx="0" cy="365760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Backend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051560"/>
            <a:ext cx="7315200" cy="420624"/>
          </a:xfrm>
          <a:prstGeom prst="rect">
            <a:avLst/>
          </a:prstGeom>
          <a:solidFill>
            <a:srgbClr val="B0BEC5">
              <a:alpha val="20000"/>
            </a:srgbClr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499616"/>
            <a:ext cx="0" cy="64008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563624"/>
            <a:ext cx="7315200" cy="420624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56362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011680"/>
            <a:ext cx="0" cy="64008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075688"/>
            <a:ext cx="7315200" cy="42062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07568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 (Auth · RBAC · Validation)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523744"/>
            <a:ext cx="0" cy="64008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2587752"/>
            <a:ext cx="7315200" cy="420624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58775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035808"/>
            <a:ext cx="0" cy="64008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3099816"/>
            <a:ext cx="7315200" cy="420624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0998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3547872"/>
            <a:ext cx="0" cy="64008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3611880"/>
            <a:ext cx="7315200" cy="420624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6118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4059936"/>
            <a:ext cx="0" cy="64008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4123944"/>
            <a:ext cx="7315200" cy="420624"/>
          </a:xfrm>
          <a:prstGeom prst="rect">
            <a:avLst/>
          </a:prstGeom>
          <a:solidFill>
            <a:srgbClr val="4CAF50">
              <a:alpha val="25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1239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(via Prisma)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 (React)  ↔  REST /api/v1  ↔  Express Backend  ↔  Prisma  ↔  MongoDB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 — Key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539496"/>
          </a:xfrm>
          <a:prstGeom prst="rect">
            <a:avLst/>
          </a:prstGeom>
          <a:solidFill>
            <a:srgbClr val="1421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email · displayName · systemRole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→ UserPreferences, WatchlistEntry[], WatchedEntry[], GroupMember[], Vote[]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0" y="1051560"/>
            <a:ext cx="4023360" cy="539496"/>
          </a:xfrm>
          <a:prstGeom prst="rect">
            <a:avLst/>
          </a:prstGeom>
          <a:solidFill>
            <a:srgbClr val="1421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0" y="1051560"/>
            <a:ext cx="40233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0515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2618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slug · description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74920" y="14081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→ GroupMember[], Session[], GroupInvite[]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636776"/>
            <a:ext cx="4023360" cy="539496"/>
          </a:xfrm>
          <a:prstGeom prst="rect">
            <a:avLst/>
          </a:prstGeom>
          <a:solidFill>
            <a:srgbClr val="1421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1636776"/>
            <a:ext cx="40233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16367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GroupMember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18470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groupId · userId · role: MEMBER|ADMIN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1993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junction: User ↔ Group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1636776"/>
            <a:ext cx="4023360" cy="539496"/>
          </a:xfrm>
          <a:prstGeom prst="rect">
            <a:avLst/>
          </a:prstGeom>
          <a:solidFill>
            <a:srgbClr val="1421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1636776"/>
            <a:ext cx="40233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16367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18470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groupId · scheduledAt · movieTmdbId?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4920" y="1993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→ Vote[]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221992"/>
            <a:ext cx="4023360" cy="539496"/>
          </a:xfrm>
          <a:prstGeom prst="rect">
            <a:avLst/>
          </a:prstGeom>
          <a:solidFill>
            <a:srgbClr val="1421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2221992"/>
            <a:ext cx="40233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22219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24323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sessionId · userId · movieTmdbId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2578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user per session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2221992"/>
            <a:ext cx="4023360" cy="539496"/>
          </a:xfrm>
          <a:prstGeom prst="rect">
            <a:avLst/>
          </a:prstGeom>
          <a:solidFill>
            <a:srgbClr val="1421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0" y="2221992"/>
            <a:ext cx="40233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22219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24323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requesterUserId · addresseeUserId · status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74920" y="2578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 | ACCEPTED | BLOCKED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807208"/>
            <a:ext cx="4023360" cy="539496"/>
          </a:xfrm>
          <a:prstGeom prst="rect">
            <a:avLst/>
          </a:prstGeom>
          <a:solidFill>
            <a:srgbClr val="1421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5760" y="2807208"/>
            <a:ext cx="40233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28072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MovieCatalogEntry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1480" y="30175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tmdbId · genre · source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31638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TMDB | CUSTOM_ADMIN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Movies stored as tmdbId (int) only — metadata fetched on-demand from TMDB API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Statechart: User Authentication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B0BEC5">
              <a:alpha val="40000"/>
            </a:srgbClr>
          </a:solidFill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66160" y="1281488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0D9488">
              <a:alpha val="4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6616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292608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F59E0B">
              <a:alpha val="4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Refreshing Token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1463040"/>
            <a:ext cx="8229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48840" y="1274553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1828800"/>
            <a:ext cx="82296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48840" y="163588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600200"/>
            <a:ext cx="0" cy="13258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12976" y="21738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expires (401)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3361546"/>
            <a:ext cx="2286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0" y="27099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310896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017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expired 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17036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→ [Register or Login] → Authenticated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→ [Access token expires] → RefreshingToken → Authenticated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RefreshingToken → [Refresh token revoked/expired] → Unauthenticated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→ [Logout] → Unauthenticated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is one-time-use: rotation prevents stolen-token replay attacks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Statechart: Session &amp; Vote Lifecycle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828800" cy="594360"/>
          </a:xfrm>
          <a:prstGeom prst="rect">
            <a:avLst/>
          </a:prstGeom>
          <a:solidFill>
            <a:srgbClr val="B0BEC5">
              <a:alpha val="35000"/>
            </a:srgbClr>
          </a:solidFill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801368"/>
            <a:ext cx="27432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377440" y="1508760"/>
            <a:ext cx="1828800" cy="594360"/>
          </a:xfrm>
          <a:prstGeom prst="rect">
            <a:avLst/>
          </a:prstGeom>
          <a:solidFill>
            <a:srgbClr val="0D9488">
              <a:alpha val="35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77440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Open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1801368"/>
            <a:ext cx="27432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1508760"/>
            <a:ext cx="1828800" cy="594360"/>
          </a:xfrm>
          <a:prstGeom prst="rect">
            <a:avLst/>
          </a:prstGeom>
          <a:solidFill>
            <a:srgbClr val="4CAF50">
              <a:alpha val="35000"/>
            </a:srgbClr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Selected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801368"/>
            <a:ext cx="27432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1508760"/>
            <a:ext cx="1828800" cy="594360"/>
          </a:xfrm>
          <a:prstGeom prst="rect">
            <a:avLst/>
          </a:prstGeom>
          <a:solidFill>
            <a:srgbClr val="E94560">
              <a:alpha val="35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508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2788920"/>
            <a:ext cx="1828800" cy="548640"/>
          </a:xfrm>
          <a:prstGeom prst="rect">
            <a:avLst/>
          </a:prstGeom>
          <a:solidFill>
            <a:srgbClr val="7F1D1D">
              <a:alpha val="7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0" y="2788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(DELETE /sessions/:id — admin at any point)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(per user per session)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2286000" cy="548640"/>
          </a:xfrm>
          <a:prstGeom prst="rect">
            <a:avLst/>
          </a:prstGeom>
          <a:solidFill>
            <a:srgbClr val="B0BEC5">
              <a:alpha val="35000"/>
            </a:srgbClr>
          </a:solidFill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0" y="4434840"/>
            <a:ext cx="45720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017520" y="4160520"/>
            <a:ext cx="2286000" cy="548640"/>
          </a:xfrm>
          <a:prstGeom prst="rect">
            <a:avLst/>
          </a:prstGeom>
          <a:solidFill>
            <a:srgbClr val="0D9488">
              <a:alpha val="35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1752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Cast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4434840"/>
            <a:ext cx="45720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60720" y="4160520"/>
            <a:ext cx="2286000" cy="548640"/>
          </a:xfrm>
          <a:prstGeom prst="rect">
            <a:avLst/>
          </a:prstGeom>
          <a:solidFill>
            <a:srgbClr val="F59E0B">
              <a:alpha val="35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6072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Changed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AT-1: User Registration — new user registers, lands on homepage with session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AT-2: Login / Logout — credentials accepted; session cleared on logout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AT-3: Create Group — group created, creator is ADMIN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AT-4: Invite Friend &amp; Join Group — friend request sent/accepted; invite sent/accepted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AT-5: Search &amp; Watchlist — TMDB search results shown; movie added to watchlist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663440" y="105156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AT-6: Create Session — session with date/time created under group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AT-7: Vote on Movie — members cast votes; results aggregated in real time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AT-8: AI Recommendations — group gets ranked suggestions with explanations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AT-9: Admin Catalog — SYSTEM_ADMIN adds movie to global catalog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AT-10: Mark Watched &amp; Rate — user marks movie watched, submits 1–5 star rating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26280" y="1051560"/>
            <a:ext cx="0" cy="365760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 — Branches &amp; Commits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183880" cy="3040380"/>
          </a:xfrm>
          <a:prstGeom prst="rect">
            <a:avLst/>
          </a:prstGeom>
          <a:solidFill>
            <a:srgbClr val="1421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GitHub Network graph screenshot here ]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GitHub Repo → Insights → Network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screenshot and paste it onto this slide.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1840" y="41140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— stable production branch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feature/backend — backend API development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feature/frontend — React SPA development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fix/* — bug fix branches merged into main via PR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Coverage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Vitest (both frontend and backend packages)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backend/src/utils/jwt.test.ts — sign/verify access and refresh tokens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backend/src/dtos/schemas.test.ts — Zod DTO validation (valid/invalid payloads for all schemas)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backend/src/database/schema.prisma.test.ts — Prisma schema structure validation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frontend/src/App.test.jsx — top-level app render and route guards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frontend/src/HomePage.test.jsx — home page component rendering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frontend/src/GroupPage.test.jsx — group listing and navigation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1421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test:backend  ·  npm run test:frontend  ·  npm run test:all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Screenshots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737360"/>
          </a:xfrm>
          <a:prstGeom prst="rect">
            <a:avLst/>
          </a:prstGeom>
          <a:solidFill>
            <a:srgbClr val="14213D"/>
          </a:solidFill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(Login / Register)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3931920" cy="1737360"/>
          </a:xfrm>
          <a:prstGeom prst="rect">
            <a:avLst/>
          </a:prstGeom>
          <a:solidFill>
            <a:srgbClr val="14213D"/>
          </a:solidFill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0" y="10515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(Groups + Friends rail)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931920" cy="1737360"/>
          </a:xfrm>
          <a:prstGeom prst="rect">
            <a:avLst/>
          </a:prstGeom>
          <a:solidFill>
            <a:srgbClr val="14213D"/>
          </a:solidFill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GroupDetailPage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(Sessions + Voting)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880360"/>
            <a:ext cx="3931920" cy="1737360"/>
          </a:xfrm>
          <a:prstGeom prst="rect">
            <a:avLst/>
          </a:prstGeom>
          <a:solidFill>
            <a:srgbClr val="14213D"/>
          </a:solidFill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Tab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suggestions + scores)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placeholders above with screenshots taken from the running app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collaborative movie planning application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architecture: routes → controllers → services → repositories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dual-token auth with one-time-use refresh rotation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vote aggregation per session (admin selects winner)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group recommendations via OpenAI (score + explanation)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system with online presence indicators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acceptance test cases covering all core workflows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unit tests: JWT utilities, Zod DTOs, schema, and React components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869</Words>
  <Application>Microsoft Office PowerPoint</Application>
  <PresentationFormat>On-screen Show (16:9)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Night Planner</dc:title>
  <dc:subject>PptxGenJS Presentation</dc:subject>
  <dc:creator>CS4398 Team</dc:creator>
  <cp:lastModifiedBy>Mi Nguyen</cp:lastModifiedBy>
  <cp:revision>1</cp:revision>
  <dcterms:created xsi:type="dcterms:W3CDTF">2026-04-28T15:20:26Z</dcterms:created>
  <dcterms:modified xsi:type="dcterms:W3CDTF">2026-04-28T15:28:31Z</dcterms:modified>
</cp:coreProperties>
</file>