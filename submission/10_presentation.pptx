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5" r:id="rId11"/>
    <p:sldId id="269" r:id="rId12"/>
    <p:sldId id="270" r:id="rId13"/>
    <p:sldId id="264" r:id="rId14"/>
    <p:sldId id="266" r:id="rId15"/>
    <p:sldId id="267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FA82741-87B1-4487-9A65-566CDA1C968F}">
          <p14:sldIdLst>
            <p14:sldId id="256"/>
            <p14:sldId id="257"/>
            <p14:sldId id="258"/>
            <p14:sldId id="259"/>
          </p14:sldIdLst>
        </p14:section>
        <p14:section name="Untitled Section" id="{A1A5B544-46F6-47D6-8228-B3E215893F69}">
          <p14:sldIdLst>
            <p14:sldId id="268"/>
            <p14:sldId id="260"/>
            <p14:sldId id="261"/>
            <p14:sldId id="262"/>
            <p14:sldId id="263"/>
            <p14:sldId id="265"/>
            <p14:sldId id="269"/>
            <p14:sldId id="270"/>
            <p14:sldId id="264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048AC8-312E-4216-BCE0-2450962C18D2}" v="1" dt="2026-04-28T17:23:07.2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30" d="100"/>
          <a:sy n="130" d="100"/>
        </p:scale>
        <p:origin x="412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 Nguyen" userId="9f5fd27d9273936d" providerId="LiveId" clId="{AC88EA9E-70A4-4E13-82F5-A44B617434F3}"/>
    <pc:docChg chg="undo custSel addSld delSld modSld sldOrd addSection modSection">
      <pc:chgData name="Mi Nguyen" userId="9f5fd27d9273936d" providerId="LiveId" clId="{AC88EA9E-70A4-4E13-82F5-A44B617434F3}" dt="2026-04-28T17:38:25.291" v="353" actId="1076"/>
      <pc:docMkLst>
        <pc:docMk/>
      </pc:docMkLst>
      <pc:sldChg chg="modSp mod">
        <pc:chgData name="Mi Nguyen" userId="9f5fd27d9273936d" providerId="LiveId" clId="{AC88EA9E-70A4-4E13-82F5-A44B617434F3}" dt="2026-04-28T15:25:29.287" v="3" actId="1076"/>
        <pc:sldMkLst>
          <pc:docMk/>
          <pc:sldMk cId="0" sldId="257"/>
        </pc:sldMkLst>
        <pc:spChg chg="mod">
          <ac:chgData name="Mi Nguyen" userId="9f5fd27d9273936d" providerId="LiveId" clId="{AC88EA9E-70A4-4E13-82F5-A44B617434F3}" dt="2026-04-28T15:25:22.533" v="2" actId="14100"/>
          <ac:spMkLst>
            <pc:docMk/>
            <pc:sldMk cId="0" sldId="257"/>
            <ac:spMk id="5" creationId="{00000000-0000-0000-0000-000000000000}"/>
          </ac:spMkLst>
        </pc:spChg>
        <pc:spChg chg="mod">
          <ac:chgData name="Mi Nguyen" userId="9f5fd27d9273936d" providerId="LiveId" clId="{AC88EA9E-70A4-4E13-82F5-A44B617434F3}" dt="2026-04-28T15:25:29.287" v="3" actId="1076"/>
          <ac:spMkLst>
            <pc:docMk/>
            <pc:sldMk cId="0" sldId="257"/>
            <ac:spMk id="6" creationId="{00000000-0000-0000-0000-000000000000}"/>
          </ac:spMkLst>
        </pc:spChg>
      </pc:sldChg>
      <pc:sldChg chg="modSp mod">
        <pc:chgData name="Mi Nguyen" userId="9f5fd27d9273936d" providerId="LiveId" clId="{AC88EA9E-70A4-4E13-82F5-A44B617434F3}" dt="2026-04-28T16:19:24.860" v="126" actId="20577"/>
        <pc:sldMkLst>
          <pc:docMk/>
          <pc:sldMk cId="0" sldId="258"/>
        </pc:sldMkLst>
        <pc:spChg chg="mod">
          <ac:chgData name="Mi Nguyen" userId="9f5fd27d9273936d" providerId="LiveId" clId="{AC88EA9E-70A4-4E13-82F5-A44B617434F3}" dt="2026-04-28T16:05:14.019" v="121" actId="5793"/>
          <ac:spMkLst>
            <pc:docMk/>
            <pc:sldMk cId="0" sldId="258"/>
            <ac:spMk id="6" creationId="{00000000-0000-0000-0000-000000000000}"/>
          </ac:spMkLst>
        </pc:spChg>
        <pc:spChg chg="mod">
          <ac:chgData name="Mi Nguyen" userId="9f5fd27d9273936d" providerId="LiveId" clId="{AC88EA9E-70A4-4E13-82F5-A44B617434F3}" dt="2026-04-28T16:19:24.860" v="126" actId="20577"/>
          <ac:spMkLst>
            <pc:docMk/>
            <pc:sldMk cId="0" sldId="258"/>
            <ac:spMk id="9" creationId="{00000000-0000-0000-0000-000000000000}"/>
          </ac:spMkLst>
        </pc:spChg>
      </pc:sldChg>
      <pc:sldChg chg="modSp mod">
        <pc:chgData name="Mi Nguyen" userId="9f5fd27d9273936d" providerId="LiveId" clId="{AC88EA9E-70A4-4E13-82F5-A44B617434F3}" dt="2026-04-28T16:57:35.325" v="195" actId="20577"/>
        <pc:sldMkLst>
          <pc:docMk/>
          <pc:sldMk cId="0" sldId="260"/>
        </pc:sldMkLst>
        <pc:spChg chg="mod">
          <ac:chgData name="Mi Nguyen" userId="9f5fd27d9273936d" providerId="LiveId" clId="{AC88EA9E-70A4-4E13-82F5-A44B617434F3}" dt="2026-04-28T16:57:35.325" v="195" actId="20577"/>
          <ac:spMkLst>
            <pc:docMk/>
            <pc:sldMk cId="0" sldId="260"/>
            <ac:spMk id="22" creationId="{00000000-0000-0000-0000-000000000000}"/>
          </ac:spMkLst>
        </pc:spChg>
      </pc:sldChg>
      <pc:sldChg chg="addSp modSp mod">
        <pc:chgData name="Mi Nguyen" userId="9f5fd27d9273936d" providerId="LiveId" clId="{AC88EA9E-70A4-4E13-82F5-A44B617434F3}" dt="2026-04-28T17:23:32.154" v="290" actId="14100"/>
        <pc:sldMkLst>
          <pc:docMk/>
          <pc:sldMk cId="0" sldId="261"/>
        </pc:sldMkLst>
        <pc:spChg chg="mod">
          <ac:chgData name="Mi Nguyen" userId="9f5fd27d9273936d" providerId="LiveId" clId="{AC88EA9E-70A4-4E13-82F5-A44B617434F3}" dt="2026-04-28T16:58:54.054" v="202" actId="1076"/>
          <ac:spMkLst>
            <pc:docMk/>
            <pc:sldMk cId="0" sldId="261"/>
            <ac:spMk id="6" creationId="{00000000-0000-0000-0000-000000000000}"/>
          </ac:spMkLst>
        </pc:spChg>
        <pc:spChg chg="mod">
          <ac:chgData name="Mi Nguyen" userId="9f5fd27d9273936d" providerId="LiveId" clId="{AC88EA9E-70A4-4E13-82F5-A44B617434F3}" dt="2026-04-28T16:58:54.054" v="202" actId="1076"/>
          <ac:spMkLst>
            <pc:docMk/>
            <pc:sldMk cId="0" sldId="261"/>
            <ac:spMk id="7" creationId="{00000000-0000-0000-0000-000000000000}"/>
          </ac:spMkLst>
        </pc:spChg>
        <pc:spChg chg="mod">
          <ac:chgData name="Mi Nguyen" userId="9f5fd27d9273936d" providerId="LiveId" clId="{AC88EA9E-70A4-4E13-82F5-A44B617434F3}" dt="2026-04-28T15:28:04.022" v="13" actId="1076"/>
          <ac:spMkLst>
            <pc:docMk/>
            <pc:sldMk cId="0" sldId="261"/>
            <ac:spMk id="9" creationId="{00000000-0000-0000-0000-000000000000}"/>
          </ac:spMkLst>
        </pc:spChg>
        <pc:spChg chg="mod">
          <ac:chgData name="Mi Nguyen" userId="9f5fd27d9273936d" providerId="LiveId" clId="{AC88EA9E-70A4-4E13-82F5-A44B617434F3}" dt="2026-04-28T16:59:44.886" v="210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Mi Nguyen" userId="9f5fd27d9273936d" providerId="LiveId" clId="{AC88EA9E-70A4-4E13-82F5-A44B617434F3}" dt="2026-04-28T16:59:14.467" v="206" actId="107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Mi Nguyen" userId="9f5fd27d9273936d" providerId="LiveId" clId="{AC88EA9E-70A4-4E13-82F5-A44B617434F3}" dt="2026-04-28T16:59:32.707" v="208" actId="14100"/>
          <ac:spMkLst>
            <pc:docMk/>
            <pc:sldMk cId="0" sldId="261"/>
            <ac:spMk id="12" creationId="{00000000-0000-0000-0000-000000000000}"/>
          </ac:spMkLst>
        </pc:spChg>
        <pc:spChg chg="mod">
          <ac:chgData name="Mi Nguyen" userId="9f5fd27d9273936d" providerId="LiveId" clId="{AC88EA9E-70A4-4E13-82F5-A44B617434F3}" dt="2026-04-28T16:58:58.810" v="203" actId="14100"/>
          <ac:spMkLst>
            <pc:docMk/>
            <pc:sldMk cId="0" sldId="261"/>
            <ac:spMk id="13" creationId="{00000000-0000-0000-0000-000000000000}"/>
          </ac:spMkLst>
        </pc:spChg>
        <pc:spChg chg="mod">
          <ac:chgData name="Mi Nguyen" userId="9f5fd27d9273936d" providerId="LiveId" clId="{AC88EA9E-70A4-4E13-82F5-A44B617434F3}" dt="2026-04-28T16:58:38.651" v="200" actId="1076"/>
          <ac:spMkLst>
            <pc:docMk/>
            <pc:sldMk cId="0" sldId="261"/>
            <ac:spMk id="14" creationId="{00000000-0000-0000-0000-000000000000}"/>
          </ac:spMkLst>
        </pc:spChg>
        <pc:spChg chg="mod">
          <ac:chgData name="Mi Nguyen" userId="9f5fd27d9273936d" providerId="LiveId" clId="{AC88EA9E-70A4-4E13-82F5-A44B617434F3}" dt="2026-04-28T16:58:43.921" v="201" actId="1076"/>
          <ac:spMkLst>
            <pc:docMk/>
            <pc:sldMk cId="0" sldId="261"/>
            <ac:spMk id="15" creationId="{00000000-0000-0000-0000-000000000000}"/>
          </ac:spMkLst>
        </pc:spChg>
        <pc:spChg chg="mod">
          <ac:chgData name="Mi Nguyen" userId="9f5fd27d9273936d" providerId="LiveId" clId="{AC88EA9E-70A4-4E13-82F5-A44B617434F3}" dt="2026-04-28T17:22:57.677" v="283" actId="14100"/>
          <ac:spMkLst>
            <pc:docMk/>
            <pc:sldMk cId="0" sldId="261"/>
            <ac:spMk id="16" creationId="{00000000-0000-0000-0000-000000000000}"/>
          </ac:spMkLst>
        </pc:spChg>
        <pc:spChg chg="mod">
          <ac:chgData name="Mi Nguyen" userId="9f5fd27d9273936d" providerId="LiveId" clId="{AC88EA9E-70A4-4E13-82F5-A44B617434F3}" dt="2026-04-28T17:22:52.406" v="282" actId="1076"/>
          <ac:spMkLst>
            <pc:docMk/>
            <pc:sldMk cId="0" sldId="261"/>
            <ac:spMk id="17" creationId="{00000000-0000-0000-0000-000000000000}"/>
          </ac:spMkLst>
        </pc:spChg>
        <pc:spChg chg="mod">
          <ac:chgData name="Mi Nguyen" userId="9f5fd27d9273936d" providerId="LiveId" clId="{AC88EA9E-70A4-4E13-82F5-A44B617434F3}" dt="2026-04-28T17:23:32.154" v="290" actId="1410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Mi Nguyen" userId="9f5fd27d9273936d" providerId="LiveId" clId="{AC88EA9E-70A4-4E13-82F5-A44B617434F3}" dt="2026-04-28T17:23:22.093" v="288" actId="14100"/>
          <ac:spMkLst>
            <pc:docMk/>
            <pc:sldMk cId="0" sldId="261"/>
            <ac:spMk id="19" creationId="{00000000-0000-0000-0000-000000000000}"/>
          </ac:spMkLst>
        </pc:spChg>
        <pc:spChg chg="mod">
          <ac:chgData name="Mi Nguyen" userId="9f5fd27d9273936d" providerId="LiveId" clId="{AC88EA9E-70A4-4E13-82F5-A44B617434F3}" dt="2026-04-28T15:27:22.606" v="6" actId="1076"/>
          <ac:spMkLst>
            <pc:docMk/>
            <pc:sldMk cId="0" sldId="261"/>
            <ac:spMk id="20" creationId="{00000000-0000-0000-0000-000000000000}"/>
          </ac:spMkLst>
        </pc:spChg>
        <pc:spChg chg="add mod">
          <ac:chgData name="Mi Nguyen" userId="9f5fd27d9273936d" providerId="LiveId" clId="{AC88EA9E-70A4-4E13-82F5-A44B617434F3}" dt="2026-04-28T17:23:18.164" v="287" actId="14100"/>
          <ac:spMkLst>
            <pc:docMk/>
            <pc:sldMk cId="0" sldId="261"/>
            <ac:spMk id="21" creationId="{065B1783-2806-9226-2026-E44A1B6DA31C}"/>
          </ac:spMkLst>
        </pc:spChg>
      </pc:sldChg>
      <pc:sldChg chg="addSp modSp mod ord">
        <pc:chgData name="Mi Nguyen" userId="9f5fd27d9273936d" providerId="LiveId" clId="{AC88EA9E-70A4-4E13-82F5-A44B617434F3}" dt="2026-04-28T17:34:25.094" v="292"/>
        <pc:sldMkLst>
          <pc:docMk/>
          <pc:sldMk cId="0" sldId="264"/>
        </pc:sldMkLst>
        <pc:spChg chg="mod">
          <ac:chgData name="Mi Nguyen" userId="9f5fd27d9273936d" providerId="LiveId" clId="{AC88EA9E-70A4-4E13-82F5-A44B617434F3}" dt="2026-04-28T15:26:45.894" v="4" actId="14100"/>
          <ac:spMkLst>
            <pc:docMk/>
            <pc:sldMk cId="0" sldId="264"/>
            <ac:spMk id="4" creationId="{00000000-0000-0000-0000-000000000000}"/>
          </ac:spMkLst>
        </pc:spChg>
        <pc:spChg chg="mod">
          <ac:chgData name="Mi Nguyen" userId="9f5fd27d9273936d" providerId="LiveId" clId="{AC88EA9E-70A4-4E13-82F5-A44B617434F3}" dt="2026-04-28T15:26:51.570" v="5" actId="1076"/>
          <ac:spMkLst>
            <pc:docMk/>
            <pc:sldMk cId="0" sldId="264"/>
            <ac:spMk id="6" creationId="{00000000-0000-0000-0000-000000000000}"/>
          </ac:spMkLst>
        </pc:spChg>
        <pc:picChg chg="add mod">
          <ac:chgData name="Mi Nguyen" userId="9f5fd27d9273936d" providerId="LiveId" clId="{AC88EA9E-70A4-4E13-82F5-A44B617434F3}" dt="2026-04-28T16:45:17.757" v="154" actId="27614"/>
          <ac:picMkLst>
            <pc:docMk/>
            <pc:sldMk cId="0" sldId="264"/>
            <ac:picMk id="8" creationId="{A838B6D8-3658-5004-D0DF-C734115B0206}"/>
          </ac:picMkLst>
        </pc:picChg>
      </pc:sldChg>
      <pc:sldChg chg="modSp mod">
        <pc:chgData name="Mi Nguyen" userId="9f5fd27d9273936d" providerId="LiveId" clId="{AC88EA9E-70A4-4E13-82F5-A44B617434F3}" dt="2026-04-28T16:41:40.141" v="151" actId="20577"/>
        <pc:sldMkLst>
          <pc:docMk/>
          <pc:sldMk cId="0" sldId="265"/>
        </pc:sldMkLst>
        <pc:spChg chg="mod">
          <ac:chgData name="Mi Nguyen" userId="9f5fd27d9273936d" providerId="LiveId" clId="{AC88EA9E-70A4-4E13-82F5-A44B617434F3}" dt="2026-04-28T16:41:40.141" v="151" actId="20577"/>
          <ac:spMkLst>
            <pc:docMk/>
            <pc:sldMk cId="0" sldId="265"/>
            <ac:spMk id="4" creationId="{00000000-0000-0000-0000-000000000000}"/>
          </ac:spMkLst>
        </pc:spChg>
      </pc:sldChg>
      <pc:sldChg chg="addSp delSp modSp mod">
        <pc:chgData name="Mi Nguyen" userId="9f5fd27d9273936d" providerId="LiveId" clId="{AC88EA9E-70A4-4E13-82F5-A44B617434F3}" dt="2026-04-28T17:22:18.442" v="279" actId="1076"/>
        <pc:sldMkLst>
          <pc:docMk/>
          <pc:sldMk cId="0" sldId="266"/>
        </pc:sldMkLst>
        <pc:spChg chg="del">
          <ac:chgData name="Mi Nguyen" userId="9f5fd27d9273936d" providerId="LiveId" clId="{AC88EA9E-70A4-4E13-82F5-A44B617434F3}" dt="2026-04-28T17:04:01.104" v="234" actId="478"/>
          <ac:spMkLst>
            <pc:docMk/>
            <pc:sldMk cId="0" sldId="266"/>
            <ac:spMk id="4" creationId="{00000000-0000-0000-0000-000000000000}"/>
          </ac:spMkLst>
        </pc:spChg>
        <pc:spChg chg="del">
          <ac:chgData name="Mi Nguyen" userId="9f5fd27d9273936d" providerId="LiveId" clId="{AC88EA9E-70A4-4E13-82F5-A44B617434F3}" dt="2026-04-28T17:03:59.184" v="233" actId="478"/>
          <ac:spMkLst>
            <pc:docMk/>
            <pc:sldMk cId="0" sldId="266"/>
            <ac:spMk id="5" creationId="{00000000-0000-0000-0000-000000000000}"/>
          </ac:spMkLst>
        </pc:spChg>
        <pc:spChg chg="del">
          <ac:chgData name="Mi Nguyen" userId="9f5fd27d9273936d" providerId="LiveId" clId="{AC88EA9E-70A4-4E13-82F5-A44B617434F3}" dt="2026-04-28T17:05:28.533" v="259" actId="478"/>
          <ac:spMkLst>
            <pc:docMk/>
            <pc:sldMk cId="0" sldId="266"/>
            <ac:spMk id="6" creationId="{00000000-0000-0000-0000-000000000000}"/>
          </ac:spMkLst>
        </pc:spChg>
        <pc:spChg chg="del mod">
          <ac:chgData name="Mi Nguyen" userId="9f5fd27d9273936d" providerId="LiveId" clId="{AC88EA9E-70A4-4E13-82F5-A44B617434F3}" dt="2026-04-28T17:05:32.584" v="261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Mi Nguyen" userId="9f5fd27d9273936d" providerId="LiveId" clId="{AC88EA9E-70A4-4E13-82F5-A44B617434F3}" dt="2026-04-28T17:05:22.440" v="256" actId="478"/>
          <ac:spMkLst>
            <pc:docMk/>
            <pc:sldMk cId="0" sldId="266"/>
            <ac:spMk id="8" creationId="{00000000-0000-0000-0000-000000000000}"/>
          </ac:spMkLst>
        </pc:spChg>
        <pc:spChg chg="del mod">
          <ac:chgData name="Mi Nguyen" userId="9f5fd27d9273936d" providerId="LiveId" clId="{AC88EA9E-70A4-4E13-82F5-A44B617434F3}" dt="2026-04-28T17:05:20.620" v="255" actId="478"/>
          <ac:spMkLst>
            <pc:docMk/>
            <pc:sldMk cId="0" sldId="266"/>
            <ac:spMk id="9" creationId="{00000000-0000-0000-0000-000000000000}"/>
          </ac:spMkLst>
        </pc:spChg>
        <pc:spChg chg="del">
          <ac:chgData name="Mi Nguyen" userId="9f5fd27d9273936d" providerId="LiveId" clId="{AC88EA9E-70A4-4E13-82F5-A44B617434F3}" dt="2026-04-28T17:05:12.688" v="252" actId="478"/>
          <ac:spMkLst>
            <pc:docMk/>
            <pc:sldMk cId="0" sldId="266"/>
            <ac:spMk id="10" creationId="{00000000-0000-0000-0000-000000000000}"/>
          </ac:spMkLst>
        </pc:spChg>
        <pc:spChg chg="del mod">
          <ac:chgData name="Mi Nguyen" userId="9f5fd27d9273936d" providerId="LiveId" clId="{AC88EA9E-70A4-4E13-82F5-A44B617434F3}" dt="2026-04-28T17:05:25.346" v="257" actId="478"/>
          <ac:spMkLst>
            <pc:docMk/>
            <pc:sldMk cId="0" sldId="266"/>
            <ac:spMk id="11" creationId="{00000000-0000-0000-0000-000000000000}"/>
          </ac:spMkLst>
        </pc:spChg>
        <pc:spChg chg="del mod">
          <ac:chgData name="Mi Nguyen" userId="9f5fd27d9273936d" providerId="LiveId" clId="{AC88EA9E-70A4-4E13-82F5-A44B617434F3}" dt="2026-04-28T17:05:10.884" v="251" actId="478"/>
          <ac:spMkLst>
            <pc:docMk/>
            <pc:sldMk cId="0" sldId="266"/>
            <ac:spMk id="12" creationId="{00000000-0000-0000-0000-000000000000}"/>
          </ac:spMkLst>
        </pc:spChg>
        <pc:picChg chg="add mod">
          <ac:chgData name="Mi Nguyen" userId="9f5fd27d9273936d" providerId="LiveId" clId="{AC88EA9E-70A4-4E13-82F5-A44B617434F3}" dt="2026-04-28T17:05:49.814" v="266" actId="1076"/>
          <ac:picMkLst>
            <pc:docMk/>
            <pc:sldMk cId="0" sldId="266"/>
            <ac:picMk id="14" creationId="{AA2EE0A6-D049-B583-A544-5425A292B36A}"/>
          </ac:picMkLst>
        </pc:picChg>
        <pc:picChg chg="add mod">
          <ac:chgData name="Mi Nguyen" userId="9f5fd27d9273936d" providerId="LiveId" clId="{AC88EA9E-70A4-4E13-82F5-A44B617434F3}" dt="2026-04-28T17:06:10.101" v="269" actId="1076"/>
          <ac:picMkLst>
            <pc:docMk/>
            <pc:sldMk cId="0" sldId="266"/>
            <ac:picMk id="16" creationId="{EA7F72D4-D924-926E-D1B6-52CF0BC09423}"/>
          </ac:picMkLst>
        </pc:picChg>
        <pc:picChg chg="add mod">
          <ac:chgData name="Mi Nguyen" userId="9f5fd27d9273936d" providerId="LiveId" clId="{AC88EA9E-70A4-4E13-82F5-A44B617434F3}" dt="2026-04-28T17:06:20.392" v="271" actId="14100"/>
          <ac:picMkLst>
            <pc:docMk/>
            <pc:sldMk cId="0" sldId="266"/>
            <ac:picMk id="18" creationId="{2FAD4855-69EA-1F4F-D827-08EA6B69DB00}"/>
          </ac:picMkLst>
        </pc:picChg>
        <pc:picChg chg="add mod">
          <ac:chgData name="Mi Nguyen" userId="9f5fd27d9273936d" providerId="LiveId" clId="{AC88EA9E-70A4-4E13-82F5-A44B617434F3}" dt="2026-04-28T17:22:18.442" v="279" actId="1076"/>
          <ac:picMkLst>
            <pc:docMk/>
            <pc:sldMk cId="0" sldId="266"/>
            <ac:picMk id="20" creationId="{F67DAE0E-854B-3C80-7B14-279B77C2E10C}"/>
          </ac:picMkLst>
        </pc:picChg>
      </pc:sldChg>
      <pc:sldChg chg="modSp mod">
        <pc:chgData name="Mi Nguyen" userId="9f5fd27d9273936d" providerId="LiveId" clId="{AC88EA9E-70A4-4E13-82F5-A44B617434F3}" dt="2026-04-28T16:20:49.145" v="130" actId="20577"/>
        <pc:sldMkLst>
          <pc:docMk/>
          <pc:sldMk cId="0" sldId="267"/>
        </pc:sldMkLst>
        <pc:spChg chg="mod">
          <ac:chgData name="Mi Nguyen" userId="9f5fd27d9273936d" providerId="LiveId" clId="{AC88EA9E-70A4-4E13-82F5-A44B617434F3}" dt="2026-04-28T16:20:49.145" v="130" actId="20577"/>
          <ac:spMkLst>
            <pc:docMk/>
            <pc:sldMk cId="0" sldId="267"/>
            <ac:spMk id="4" creationId="{00000000-0000-0000-0000-000000000000}"/>
          </ac:spMkLst>
        </pc:spChg>
      </pc:sldChg>
      <pc:sldChg chg="addSp delSp modSp add mod ord">
        <pc:chgData name="Mi Nguyen" userId="9f5fd27d9273936d" providerId="LiveId" clId="{AC88EA9E-70A4-4E13-82F5-A44B617434F3}" dt="2026-04-28T16:57:45.971" v="197"/>
        <pc:sldMkLst>
          <pc:docMk/>
          <pc:sldMk cId="503184617" sldId="268"/>
        </pc:sldMkLst>
        <pc:spChg chg="mod">
          <ac:chgData name="Mi Nguyen" userId="9f5fd27d9273936d" providerId="LiveId" clId="{AC88EA9E-70A4-4E13-82F5-A44B617434F3}" dt="2026-04-28T16:56:31.698" v="174" actId="20577"/>
          <ac:spMkLst>
            <pc:docMk/>
            <pc:sldMk cId="503184617" sldId="268"/>
            <ac:spMk id="2" creationId="{672EDEA2-43A9-1899-FD81-8DF857C66FC8}"/>
          </ac:spMkLst>
        </pc:spChg>
        <pc:spChg chg="del">
          <ac:chgData name="Mi Nguyen" userId="9f5fd27d9273936d" providerId="LiveId" clId="{AC88EA9E-70A4-4E13-82F5-A44B617434F3}" dt="2026-04-28T16:56:14.505" v="160" actId="478"/>
          <ac:spMkLst>
            <pc:docMk/>
            <pc:sldMk cId="503184617" sldId="268"/>
            <ac:spMk id="4" creationId="{30812CDC-01D2-632C-335B-58C8981CC6AD}"/>
          </ac:spMkLst>
        </pc:spChg>
        <pc:spChg chg="del">
          <ac:chgData name="Mi Nguyen" userId="9f5fd27d9273936d" providerId="LiveId" clId="{AC88EA9E-70A4-4E13-82F5-A44B617434F3}" dt="2026-04-28T16:56:10.617" v="159" actId="478"/>
          <ac:spMkLst>
            <pc:docMk/>
            <pc:sldMk cId="503184617" sldId="268"/>
            <ac:spMk id="5" creationId="{6C30CF2B-3192-13D0-9A27-D67E6EE3DEF9}"/>
          </ac:spMkLst>
        </pc:spChg>
        <pc:spChg chg="del">
          <ac:chgData name="Mi Nguyen" userId="9f5fd27d9273936d" providerId="LiveId" clId="{AC88EA9E-70A4-4E13-82F5-A44B617434F3}" dt="2026-04-28T16:56:14.505" v="160" actId="478"/>
          <ac:spMkLst>
            <pc:docMk/>
            <pc:sldMk cId="503184617" sldId="268"/>
            <ac:spMk id="8" creationId="{1D77D44F-D3F1-86D9-D528-25FB2A3BE14D}"/>
          </ac:spMkLst>
        </pc:spChg>
        <pc:spChg chg="del">
          <ac:chgData name="Mi Nguyen" userId="9f5fd27d9273936d" providerId="LiveId" clId="{AC88EA9E-70A4-4E13-82F5-A44B617434F3}" dt="2026-04-28T16:56:22.239" v="161" actId="478"/>
          <ac:spMkLst>
            <pc:docMk/>
            <pc:sldMk cId="503184617" sldId="268"/>
            <ac:spMk id="9" creationId="{2E087A2C-0B8B-CA0F-E3BA-58EAC7D98399}"/>
          </ac:spMkLst>
        </pc:spChg>
        <pc:spChg chg="del">
          <ac:chgData name="Mi Nguyen" userId="9f5fd27d9273936d" providerId="LiveId" clId="{AC88EA9E-70A4-4E13-82F5-A44B617434F3}" dt="2026-04-28T16:56:22.239" v="161" actId="478"/>
          <ac:spMkLst>
            <pc:docMk/>
            <pc:sldMk cId="503184617" sldId="268"/>
            <ac:spMk id="10" creationId="{9C97B615-40F7-0C83-1CA5-042C3DB78B94}"/>
          </ac:spMkLst>
        </pc:spChg>
        <pc:spChg chg="del">
          <ac:chgData name="Mi Nguyen" userId="9f5fd27d9273936d" providerId="LiveId" clId="{AC88EA9E-70A4-4E13-82F5-A44B617434F3}" dt="2026-04-28T16:56:22.239" v="161" actId="478"/>
          <ac:spMkLst>
            <pc:docMk/>
            <pc:sldMk cId="503184617" sldId="268"/>
            <ac:spMk id="11" creationId="{119EBD4E-73DF-E2CE-3966-39A05B16038F}"/>
          </ac:spMkLst>
        </pc:spChg>
        <pc:spChg chg="del">
          <ac:chgData name="Mi Nguyen" userId="9f5fd27d9273936d" providerId="LiveId" clId="{AC88EA9E-70A4-4E13-82F5-A44B617434F3}" dt="2026-04-28T16:56:22.239" v="161" actId="478"/>
          <ac:spMkLst>
            <pc:docMk/>
            <pc:sldMk cId="503184617" sldId="268"/>
            <ac:spMk id="13" creationId="{2428656D-BB2A-6F20-8B82-D986A11BF081}"/>
          </ac:spMkLst>
        </pc:spChg>
        <pc:spChg chg="del">
          <ac:chgData name="Mi Nguyen" userId="9f5fd27d9273936d" providerId="LiveId" clId="{AC88EA9E-70A4-4E13-82F5-A44B617434F3}" dt="2026-04-28T16:56:14.505" v="160" actId="478"/>
          <ac:spMkLst>
            <pc:docMk/>
            <pc:sldMk cId="503184617" sldId="268"/>
            <ac:spMk id="14" creationId="{1897E503-8EA0-F580-6BE0-2D2A0FC3D30C}"/>
          </ac:spMkLst>
        </pc:spChg>
        <pc:spChg chg="del">
          <ac:chgData name="Mi Nguyen" userId="9f5fd27d9273936d" providerId="LiveId" clId="{AC88EA9E-70A4-4E13-82F5-A44B617434F3}" dt="2026-04-28T16:56:14.505" v="160" actId="478"/>
          <ac:spMkLst>
            <pc:docMk/>
            <pc:sldMk cId="503184617" sldId="268"/>
            <ac:spMk id="17" creationId="{DB82CCCE-D970-F6EC-3BC1-696D35CE2035}"/>
          </ac:spMkLst>
        </pc:spChg>
        <pc:spChg chg="del">
          <ac:chgData name="Mi Nguyen" userId="9f5fd27d9273936d" providerId="LiveId" clId="{AC88EA9E-70A4-4E13-82F5-A44B617434F3}" dt="2026-04-28T16:56:22.239" v="161" actId="478"/>
          <ac:spMkLst>
            <pc:docMk/>
            <pc:sldMk cId="503184617" sldId="268"/>
            <ac:spMk id="19" creationId="{DC8C4833-74F0-ADBD-08ED-B9A6E685760C}"/>
          </ac:spMkLst>
        </pc:spChg>
        <pc:spChg chg="del">
          <ac:chgData name="Mi Nguyen" userId="9f5fd27d9273936d" providerId="LiveId" clId="{AC88EA9E-70A4-4E13-82F5-A44B617434F3}" dt="2026-04-28T16:56:22.239" v="161" actId="478"/>
          <ac:spMkLst>
            <pc:docMk/>
            <pc:sldMk cId="503184617" sldId="268"/>
            <ac:spMk id="20" creationId="{15A1EEE7-F8A7-D29B-A7E4-BF95CB9ED27A}"/>
          </ac:spMkLst>
        </pc:spChg>
        <pc:spChg chg="del">
          <ac:chgData name="Mi Nguyen" userId="9f5fd27d9273936d" providerId="LiveId" clId="{AC88EA9E-70A4-4E13-82F5-A44B617434F3}" dt="2026-04-28T16:56:22.239" v="161" actId="478"/>
          <ac:spMkLst>
            <pc:docMk/>
            <pc:sldMk cId="503184617" sldId="268"/>
            <ac:spMk id="21" creationId="{D9926124-13E3-FDF4-46EA-A3E0CA10A10A}"/>
          </ac:spMkLst>
        </pc:spChg>
        <pc:spChg chg="del">
          <ac:chgData name="Mi Nguyen" userId="9f5fd27d9273936d" providerId="LiveId" clId="{AC88EA9E-70A4-4E13-82F5-A44B617434F3}" dt="2026-04-28T16:56:22.239" v="161" actId="478"/>
          <ac:spMkLst>
            <pc:docMk/>
            <pc:sldMk cId="503184617" sldId="268"/>
            <ac:spMk id="23" creationId="{AEE0A5C4-0062-9442-7606-E4A9825117C4}"/>
          </ac:spMkLst>
        </pc:spChg>
        <pc:spChg chg="del">
          <ac:chgData name="Mi Nguyen" userId="9f5fd27d9273936d" providerId="LiveId" clId="{AC88EA9E-70A4-4E13-82F5-A44B617434F3}" dt="2026-04-28T16:56:14.505" v="160" actId="478"/>
          <ac:spMkLst>
            <pc:docMk/>
            <pc:sldMk cId="503184617" sldId="268"/>
            <ac:spMk id="24" creationId="{F57B86B3-BED7-2824-87E3-39D3419E6A64}"/>
          </ac:spMkLst>
        </pc:spChg>
        <pc:spChg chg="del">
          <ac:chgData name="Mi Nguyen" userId="9f5fd27d9273936d" providerId="LiveId" clId="{AC88EA9E-70A4-4E13-82F5-A44B617434F3}" dt="2026-04-28T16:56:14.505" v="160" actId="478"/>
          <ac:spMkLst>
            <pc:docMk/>
            <pc:sldMk cId="503184617" sldId="268"/>
            <ac:spMk id="26" creationId="{5C323C43-6F2A-68C3-803A-1ED7275F3AB3}"/>
          </ac:spMkLst>
        </pc:spChg>
        <pc:spChg chg="del">
          <ac:chgData name="Mi Nguyen" userId="9f5fd27d9273936d" providerId="LiveId" clId="{AC88EA9E-70A4-4E13-82F5-A44B617434F3}" dt="2026-04-28T16:56:14.505" v="160" actId="478"/>
          <ac:spMkLst>
            <pc:docMk/>
            <pc:sldMk cId="503184617" sldId="268"/>
            <ac:spMk id="27" creationId="{1E805C90-BA96-CEAC-E715-A71678730582}"/>
          </ac:spMkLst>
        </pc:spChg>
        <pc:spChg chg="del">
          <ac:chgData name="Mi Nguyen" userId="9f5fd27d9273936d" providerId="LiveId" clId="{AC88EA9E-70A4-4E13-82F5-A44B617434F3}" dt="2026-04-28T16:56:22.239" v="161" actId="478"/>
          <ac:spMkLst>
            <pc:docMk/>
            <pc:sldMk cId="503184617" sldId="268"/>
            <ac:spMk id="29" creationId="{41AFF05B-B7DA-19AB-2DA6-7F56ED813D46}"/>
          </ac:spMkLst>
        </pc:spChg>
        <pc:spChg chg="del">
          <ac:chgData name="Mi Nguyen" userId="9f5fd27d9273936d" providerId="LiveId" clId="{AC88EA9E-70A4-4E13-82F5-A44B617434F3}" dt="2026-04-28T16:56:22.239" v="161" actId="478"/>
          <ac:spMkLst>
            <pc:docMk/>
            <pc:sldMk cId="503184617" sldId="268"/>
            <ac:spMk id="30" creationId="{869D7079-8884-335F-58FF-49E11ED5DFC8}"/>
          </ac:spMkLst>
        </pc:spChg>
        <pc:spChg chg="del">
          <ac:chgData name="Mi Nguyen" userId="9f5fd27d9273936d" providerId="LiveId" clId="{AC88EA9E-70A4-4E13-82F5-A44B617434F3}" dt="2026-04-28T16:56:14.505" v="160" actId="478"/>
          <ac:spMkLst>
            <pc:docMk/>
            <pc:sldMk cId="503184617" sldId="268"/>
            <ac:spMk id="35" creationId="{549A946E-325E-0520-7F91-D81CD8FA3DDF}"/>
          </ac:spMkLst>
        </pc:spChg>
        <pc:spChg chg="del">
          <ac:chgData name="Mi Nguyen" userId="9f5fd27d9273936d" providerId="LiveId" clId="{AC88EA9E-70A4-4E13-82F5-A44B617434F3}" dt="2026-04-28T16:56:14.505" v="160" actId="478"/>
          <ac:spMkLst>
            <pc:docMk/>
            <pc:sldMk cId="503184617" sldId="268"/>
            <ac:spMk id="37" creationId="{612A4C76-A332-36C0-14C2-294304FDFB73}"/>
          </ac:spMkLst>
        </pc:spChg>
        <pc:spChg chg="del">
          <ac:chgData name="Mi Nguyen" userId="9f5fd27d9273936d" providerId="LiveId" clId="{AC88EA9E-70A4-4E13-82F5-A44B617434F3}" dt="2026-04-28T16:56:14.505" v="160" actId="478"/>
          <ac:spMkLst>
            <pc:docMk/>
            <pc:sldMk cId="503184617" sldId="268"/>
            <ac:spMk id="38" creationId="{A2C221C3-BA38-01BF-1DA8-3123F69883B2}"/>
          </ac:spMkLst>
        </pc:spChg>
        <pc:spChg chg="del">
          <ac:chgData name="Mi Nguyen" userId="9f5fd27d9273936d" providerId="LiveId" clId="{AC88EA9E-70A4-4E13-82F5-A44B617434F3}" dt="2026-04-28T16:57:04.511" v="180" actId="478"/>
          <ac:spMkLst>
            <pc:docMk/>
            <pc:sldMk cId="503184617" sldId="268"/>
            <ac:spMk id="39" creationId="{06CFB979-737D-72DB-6D66-DCF0A9FC6714}"/>
          </ac:spMkLst>
        </pc:spChg>
        <pc:spChg chg="add del">
          <ac:chgData name="Mi Nguyen" userId="9f5fd27d9273936d" providerId="LiveId" clId="{AC88EA9E-70A4-4E13-82F5-A44B617434F3}" dt="2026-04-28T16:56:36.090" v="176" actId="22"/>
          <ac:spMkLst>
            <pc:docMk/>
            <pc:sldMk cId="503184617" sldId="268"/>
            <ac:spMk id="41" creationId="{F9727F25-5F0F-0222-DACE-4D4FCB1FDCEB}"/>
          </ac:spMkLst>
        </pc:spChg>
        <pc:picChg chg="add mod">
          <ac:chgData name="Mi Nguyen" userId="9f5fd27d9273936d" providerId="LiveId" clId="{AC88EA9E-70A4-4E13-82F5-A44B617434F3}" dt="2026-04-28T16:57:06.857" v="181" actId="27614"/>
          <ac:picMkLst>
            <pc:docMk/>
            <pc:sldMk cId="503184617" sldId="268"/>
            <ac:picMk id="43" creationId="{B25B2943-499C-4326-C36E-0C0C1C2180C5}"/>
          </ac:picMkLst>
        </pc:picChg>
      </pc:sldChg>
      <pc:sldChg chg="new del">
        <pc:chgData name="Mi Nguyen" userId="9f5fd27d9273936d" providerId="LiveId" clId="{AC88EA9E-70A4-4E13-82F5-A44B617434F3}" dt="2026-04-28T16:54:30.459" v="156" actId="47"/>
        <pc:sldMkLst>
          <pc:docMk/>
          <pc:sldMk cId="1381287338" sldId="268"/>
        </pc:sldMkLst>
      </pc:sldChg>
      <pc:sldChg chg="addSp delSp modSp add mod">
        <pc:chgData name="Mi Nguyen" userId="9f5fd27d9273936d" providerId="LiveId" clId="{AC88EA9E-70A4-4E13-82F5-A44B617434F3}" dt="2026-04-28T17:02:05.996" v="225" actId="14100"/>
        <pc:sldMkLst>
          <pc:docMk/>
          <pc:sldMk cId="2484762708" sldId="269"/>
        </pc:sldMkLst>
        <pc:spChg chg="del">
          <ac:chgData name="Mi Nguyen" userId="9f5fd27d9273936d" providerId="LiveId" clId="{AC88EA9E-70A4-4E13-82F5-A44B617434F3}" dt="2026-04-28T17:00:44.052" v="212" actId="478"/>
          <ac:spMkLst>
            <pc:docMk/>
            <pc:sldMk cId="2484762708" sldId="269"/>
            <ac:spMk id="5" creationId="{22DCE946-034E-F79C-B3D4-C3421E6E010A}"/>
          </ac:spMkLst>
        </pc:spChg>
        <pc:spChg chg="del">
          <ac:chgData name="Mi Nguyen" userId="9f5fd27d9273936d" providerId="LiveId" clId="{AC88EA9E-70A4-4E13-82F5-A44B617434F3}" dt="2026-04-28T17:00:44.052" v="212" actId="478"/>
          <ac:spMkLst>
            <pc:docMk/>
            <pc:sldMk cId="2484762708" sldId="269"/>
            <ac:spMk id="6" creationId="{33F2D6F1-2040-E74A-120A-FF65BA1B982E}"/>
          </ac:spMkLst>
        </pc:spChg>
        <pc:picChg chg="add mod">
          <ac:chgData name="Mi Nguyen" userId="9f5fd27d9273936d" providerId="LiveId" clId="{AC88EA9E-70A4-4E13-82F5-A44B617434F3}" dt="2026-04-28T17:01:57.690" v="222" actId="1076"/>
          <ac:picMkLst>
            <pc:docMk/>
            <pc:sldMk cId="2484762708" sldId="269"/>
            <ac:picMk id="8" creationId="{9E64E538-AA89-28CE-C8D4-6D37DB861C6F}"/>
          </ac:picMkLst>
        </pc:picChg>
        <pc:picChg chg="add mod">
          <ac:chgData name="Mi Nguyen" userId="9f5fd27d9273936d" providerId="LiveId" clId="{AC88EA9E-70A4-4E13-82F5-A44B617434F3}" dt="2026-04-28T17:02:05.996" v="225" actId="14100"/>
          <ac:picMkLst>
            <pc:docMk/>
            <pc:sldMk cId="2484762708" sldId="269"/>
            <ac:picMk id="10" creationId="{EB5EF815-9E89-C9B3-24DC-6E3528911770}"/>
          </ac:picMkLst>
        </pc:picChg>
      </pc:sldChg>
      <pc:sldChg chg="addSp delSp modSp add mod ord">
        <pc:chgData name="Mi Nguyen" userId="9f5fd27d9273936d" providerId="LiveId" clId="{AC88EA9E-70A4-4E13-82F5-A44B617434F3}" dt="2026-04-28T17:38:25.291" v="353" actId="1076"/>
        <pc:sldMkLst>
          <pc:docMk/>
          <pc:sldMk cId="2160127858" sldId="270"/>
        </pc:sldMkLst>
        <pc:spChg chg="mod">
          <ac:chgData name="Mi Nguyen" userId="9f5fd27d9273936d" providerId="LiveId" clId="{AC88EA9E-70A4-4E13-82F5-A44B617434F3}" dt="2026-04-28T17:35:16.571" v="320" actId="20577"/>
          <ac:spMkLst>
            <pc:docMk/>
            <pc:sldMk cId="2160127858" sldId="270"/>
            <ac:spMk id="2" creationId="{C453C654-E20C-9E27-2602-4A9F1F744252}"/>
          </ac:spMkLst>
        </pc:spChg>
        <pc:spChg chg="del">
          <ac:chgData name="Mi Nguyen" userId="9f5fd27d9273936d" providerId="LiveId" clId="{AC88EA9E-70A4-4E13-82F5-A44B617434F3}" dt="2026-04-28T17:35:21.492" v="321" actId="478"/>
          <ac:spMkLst>
            <pc:docMk/>
            <pc:sldMk cId="2160127858" sldId="270"/>
            <ac:spMk id="4" creationId="{F4EE0BE8-5045-6606-0C8F-DE2021410121}"/>
          </ac:spMkLst>
        </pc:spChg>
        <pc:spChg chg="del">
          <ac:chgData name="Mi Nguyen" userId="9f5fd27d9273936d" providerId="LiveId" clId="{AC88EA9E-70A4-4E13-82F5-A44B617434F3}" dt="2026-04-28T17:35:23.429" v="322" actId="478"/>
          <ac:spMkLst>
            <pc:docMk/>
            <pc:sldMk cId="2160127858" sldId="270"/>
            <ac:spMk id="5" creationId="{9B9B1634-D1A5-04E9-A422-0628B966AF07}"/>
          </ac:spMkLst>
        </pc:spChg>
        <pc:spChg chg="del">
          <ac:chgData name="Mi Nguyen" userId="9f5fd27d9273936d" providerId="LiveId" clId="{AC88EA9E-70A4-4E13-82F5-A44B617434F3}" dt="2026-04-28T17:35:26.688" v="323" actId="478"/>
          <ac:spMkLst>
            <pc:docMk/>
            <pc:sldMk cId="2160127858" sldId="270"/>
            <ac:spMk id="6" creationId="{04C5B768-07C4-712C-EBE7-C93927CFA0E6}"/>
          </ac:spMkLst>
        </pc:spChg>
        <pc:picChg chg="add mod modCrop">
          <ac:chgData name="Mi Nguyen" userId="9f5fd27d9273936d" providerId="LiveId" clId="{AC88EA9E-70A4-4E13-82F5-A44B617434F3}" dt="2026-04-28T17:38:25.291" v="353" actId="1076"/>
          <ac:picMkLst>
            <pc:docMk/>
            <pc:sldMk cId="2160127858" sldId="270"/>
            <ac:picMk id="8" creationId="{63EE4504-E882-55B0-6706-39E7A22B3117}"/>
          </ac:picMkLst>
        </pc:picChg>
        <pc:picChg chg="add del mod">
          <ac:chgData name="Mi Nguyen" userId="9f5fd27d9273936d" providerId="LiveId" clId="{AC88EA9E-70A4-4E13-82F5-A44B617434F3}" dt="2026-04-28T17:37:15.740" v="341" actId="478"/>
          <ac:picMkLst>
            <pc:docMk/>
            <pc:sldMk cId="2160127858" sldId="270"/>
            <ac:picMk id="10" creationId="{B5E49D51-1CFD-5353-D08C-C03512F11EB1}"/>
          </ac:picMkLst>
        </pc:picChg>
        <pc:picChg chg="add mod modCrop">
          <ac:chgData name="Mi Nguyen" userId="9f5fd27d9273936d" providerId="LiveId" clId="{AC88EA9E-70A4-4E13-82F5-A44B617434F3}" dt="2026-04-28T17:38:25.291" v="353" actId="1076"/>
          <ac:picMkLst>
            <pc:docMk/>
            <pc:sldMk cId="2160127858" sldId="270"/>
            <ac:picMk id="12" creationId="{A19D36D4-73EA-CE0D-23E9-F12C38BB544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1474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E8EEE-4D5F-3066-8941-B5CEEDA9A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BF9367-9D3B-9BD4-A879-532FCE4CF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EDEF0B-6E89-5E9A-94D2-082729A40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50AEE-5CA3-72E5-7123-9203E92FCF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9938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9892B-C058-14A9-E960-7F3A5960D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4A6FF-9C6F-3D5D-8531-390C9600A6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E4387D-0EC4-8593-C855-C781B1A01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F6DA6-14F8-6CF6-9A7E-EDD29F8A03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729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0B4BA-B4C8-B0B6-DBAD-90AEE437E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1D3F05-EF28-DE93-A6F7-FE268B0E89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574A33-F943-8805-94DB-9130D8B513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B4BC1-AF42-0FBD-F7C1-20C8F72DDF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5753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Night Planner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CS4398 Software Engineering — Final Presentation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12, 2025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Purpose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web app for planning movie nights with friend groups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features: user auth, friend system, groups, sessions, voting, AI recommendations, watchlists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deciding what to watch as a group is tedious — this app automates suggestions and voting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users: friend groups who regularly watch movies together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59373" y="2995448"/>
            <a:ext cx="3296007" cy="2047468"/>
          </a:xfrm>
          <a:prstGeom prst="rect">
            <a:avLst/>
          </a:prstGeom>
          <a:solidFill>
            <a:srgbClr val="14213D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64376" y="2647582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</a:t>
            </a:r>
            <a:endParaRPr lang="en-US" sz="40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Together</a:t>
            </a:r>
            <a:endParaRPr lang="en-US" sz="40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Together</a:t>
            </a:r>
            <a:endParaRPr lang="en-US" sz="40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Together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/ JSX</a:t>
            </a:r>
            <a:endParaRPr lang="en-US" sz="1400" dirty="0"/>
          </a:p>
          <a:p>
            <a:pPr>
              <a:spcAft>
                <a:spcPts val="600"/>
              </a:spcAft>
              <a:buSzPct val="100000"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840480" cy="38404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0" y="10972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+ TypeScript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+ MongoDB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access + refresh token auth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 (movie metadata)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097280"/>
            <a:ext cx="0" cy="3657600"/>
          </a:xfrm>
          <a:prstGeom prst="line">
            <a:avLst/>
          </a:prstGeom>
          <a:noFill/>
          <a:ln w="635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Backend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" y="1051560"/>
            <a:ext cx="7315200" cy="420624"/>
          </a:xfrm>
          <a:prstGeom prst="rect">
            <a:avLst/>
          </a:prstGeom>
          <a:solidFill>
            <a:srgbClr val="B0BEC5">
              <a:alpha val="20000"/>
            </a:srgbClr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05156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499616"/>
            <a:ext cx="0" cy="64008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1563624"/>
            <a:ext cx="7315200" cy="420624"/>
          </a:xfrm>
          <a:prstGeom prst="rect">
            <a:avLst/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563624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2011680"/>
            <a:ext cx="0" cy="64008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14400" y="2075688"/>
            <a:ext cx="7315200" cy="420624"/>
          </a:xfrm>
          <a:prstGeom prst="rect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2075688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 (Auth · RBAC · Validation)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0" y="2523744"/>
            <a:ext cx="0" cy="64008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14400" y="2587752"/>
            <a:ext cx="7315200" cy="420624"/>
          </a:xfrm>
          <a:prstGeom prst="rect">
            <a:avLst/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2587752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0" y="3035808"/>
            <a:ext cx="0" cy="64008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14400" y="3099816"/>
            <a:ext cx="7315200" cy="420624"/>
          </a:xfrm>
          <a:prstGeom prst="rect">
            <a:avLst/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30998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0" y="3547872"/>
            <a:ext cx="0" cy="64008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14400" y="3611880"/>
            <a:ext cx="7315200" cy="420624"/>
          </a:xfrm>
          <a:prstGeom prst="rect">
            <a:avLst/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4400" y="361188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0" y="4059936"/>
            <a:ext cx="0" cy="64008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14400" y="4123944"/>
            <a:ext cx="7315200" cy="420624"/>
          </a:xfrm>
          <a:prstGeom prst="rect">
            <a:avLst/>
          </a:prstGeom>
          <a:solidFill>
            <a:srgbClr val="4CAF50">
              <a:alpha val="25000"/>
            </a:srgbClr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4400" y="4123944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(via Prisma)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SPA (React)  ↔  REST /api/v1  ↔  Express Backend  ↔  Prisma  ↔  MongoDB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6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F07A80-7424-D880-E0BE-92F172EA6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2EDEA2-43A9-1899-FD81-8DF857C66FC8}"/>
              </a:ext>
            </a:extLst>
          </p:cNvPr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Class Diagram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CBA25B5-0623-C3EE-C1A6-AD80D2997072}"/>
              </a:ext>
            </a:extLst>
          </p:cNvPr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Picture 42" descr="The diagram appears to be a complex hierarchical data structure, possibly representing a database schema or a data model for a user management system. It includes various roles, user attributes, and relationships such as system roles, preferences, friendships, group invites, and watchlists.&#10;&#10;AI-generated content may be incorrect.">
            <a:extLst>
              <a:ext uri="{FF2B5EF4-FFF2-40B4-BE49-F238E27FC236}">
                <a16:creationId xmlns:a16="http://schemas.microsoft.com/office/drawing/2014/main" id="{B25B2943-499C-4326-C36E-0C0C1C218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4" y="1073406"/>
            <a:ext cx="7581429" cy="3905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184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Class Diagram — Key Models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23360" cy="539496"/>
          </a:xfrm>
          <a:prstGeom prst="rect">
            <a:avLst/>
          </a:prstGeom>
          <a:solidFill>
            <a:srgbClr val="14213D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2336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email · displayName · systemRole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408176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UserPreferences, WatchlistEntry[], WatchedEntry[], GroupMember[], Vote[]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0" y="1051560"/>
            <a:ext cx="4023360" cy="539496"/>
          </a:xfrm>
          <a:prstGeom prst="rect">
            <a:avLst/>
          </a:prstGeom>
          <a:solidFill>
            <a:srgbClr val="14213D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029200" y="1051560"/>
            <a:ext cx="402336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0" y="105156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74920" y="126187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name · slug · description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74920" y="1408176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GroupMember[], Session[], GroupInvite[]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1636776"/>
            <a:ext cx="4023360" cy="539496"/>
          </a:xfrm>
          <a:prstGeom prst="rect">
            <a:avLst/>
          </a:prstGeom>
          <a:solidFill>
            <a:srgbClr val="14213D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1636776"/>
            <a:ext cx="402336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1636776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GroupMember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" y="184708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groupId · userId · role: MEMBER|ADMIN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11480" y="19933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junction: User ↔ Group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0" y="1636776"/>
            <a:ext cx="4023360" cy="539496"/>
          </a:xfrm>
          <a:prstGeom prst="rect">
            <a:avLst/>
          </a:prstGeom>
          <a:solidFill>
            <a:srgbClr val="14213D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029200" y="1636776"/>
            <a:ext cx="402336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0" y="1636776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74920" y="184708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groupId · </a:t>
            </a:r>
            <a:r>
              <a:rPr lang="en-US" sz="950" dirty="0" err="1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scheduledAt</a:t>
            </a: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74920" y="19933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Vote[]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2221992"/>
            <a:ext cx="4023360" cy="539496"/>
          </a:xfrm>
          <a:prstGeom prst="rect">
            <a:avLst/>
          </a:prstGeom>
          <a:solidFill>
            <a:srgbClr val="14213D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65760" y="2221992"/>
            <a:ext cx="402336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2221992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1480" y="243230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sessionId · userId · movieTmdbId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11480" y="257860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 user per session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029200" y="2221992"/>
            <a:ext cx="4023360" cy="539496"/>
          </a:xfrm>
          <a:prstGeom prst="rect">
            <a:avLst/>
          </a:prstGeom>
          <a:solidFill>
            <a:srgbClr val="14213D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29200" y="2221992"/>
            <a:ext cx="402336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0" y="2221992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74920" y="243230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requesterUserId · addresseeUserId · status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74920" y="257860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PENDING | ACCEPTED | BLOCKED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2807208"/>
            <a:ext cx="4023360" cy="539496"/>
          </a:xfrm>
          <a:prstGeom prst="rect">
            <a:avLst/>
          </a:prstGeom>
          <a:solidFill>
            <a:srgbClr val="14213D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65760" y="2807208"/>
            <a:ext cx="402336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65760" y="280720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MovieCatalogEntry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11480" y="301752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tmdbId · genre · source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1480" y="316382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TMDB | CUSTOM_ADMIN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65760" y="475488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Movies stored as tmdbId (int) only — metadata fetched on-demand from TMDB API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Statechart: User Authentication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B0BEC5">
              <a:alpha val="40000"/>
            </a:srgbClr>
          </a:solidFill>
          <a:ln w="1905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09160" y="1434954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0D9488">
              <a:alpha val="40000"/>
            </a:srgbClr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09160" y="1434954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66160" y="292608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Refreshing Token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V="1">
            <a:off x="2743200" y="1520454"/>
            <a:ext cx="1965960" cy="11164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603646" y="1266843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/ Login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2743200" y="1828798"/>
            <a:ext cx="1965960" cy="0"/>
          </a:xfrm>
          <a:prstGeom prst="line">
            <a:avLst/>
          </a:prstGeom>
          <a:noFill/>
          <a:ln w="1905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148840" y="1635886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079781"/>
            <a:ext cx="0" cy="132588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79464" y="241792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expires (401)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2" y="2079781"/>
            <a:ext cx="0" cy="840735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839322" y="241489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OK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545218" y="3223257"/>
            <a:ext cx="2020941" cy="22863"/>
          </a:xfrm>
          <a:prstGeom prst="line">
            <a:avLst/>
          </a:prstGeom>
          <a:noFill/>
          <a:ln w="1905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87078" y="3017520"/>
            <a:ext cx="28705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expired →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717036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→ [Register or Login] → Authenticated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→ [Access token expires] → RefreshingToken → Authenticated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RefreshingToken → [Refresh token revoked/expired] → Unauthenticated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→ [Logout] → Unauthenticated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token is one-time-use: rotation prevents stolen-token replay attacks</a:t>
            </a:r>
            <a:endParaRPr lang="en-US" sz="1200" dirty="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65B1783-2806-9226-2026-E44A1B6DA31C}"/>
              </a:ext>
            </a:extLst>
          </p:cNvPr>
          <p:cNvSpPr/>
          <p:nvPr/>
        </p:nvSpPr>
        <p:spPr>
          <a:xfrm flipV="1">
            <a:off x="1545219" y="1933556"/>
            <a:ext cx="1" cy="1289701"/>
          </a:xfrm>
          <a:prstGeom prst="line">
            <a:avLst/>
          </a:prstGeom>
          <a:noFill/>
          <a:ln w="1905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Statechart: Session &amp; Vote Lifecycle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508760"/>
            <a:ext cx="1828800" cy="594360"/>
          </a:xfrm>
          <a:prstGeom prst="rect">
            <a:avLst/>
          </a:prstGeom>
          <a:solidFill>
            <a:srgbClr val="B0BEC5">
              <a:alpha val="35000"/>
            </a:srgbClr>
          </a:solidFill>
          <a:ln w="1905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508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1801368"/>
            <a:ext cx="274320" cy="0"/>
          </a:xfrm>
          <a:prstGeom prst="line">
            <a:avLst/>
          </a:prstGeom>
          <a:noFill/>
          <a:ln w="1905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377440" y="1508760"/>
            <a:ext cx="1828800" cy="594360"/>
          </a:xfrm>
          <a:prstGeom prst="rect">
            <a:avLst/>
          </a:prstGeom>
          <a:solidFill>
            <a:srgbClr val="0D9488">
              <a:alpha val="35000"/>
            </a:srgbClr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77440" y="1508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Voting Open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1801368"/>
            <a:ext cx="274320" cy="0"/>
          </a:xfrm>
          <a:prstGeom prst="line">
            <a:avLst/>
          </a:prstGeom>
          <a:noFill/>
          <a:ln w="1905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80560" y="1508760"/>
            <a:ext cx="1828800" cy="594360"/>
          </a:xfrm>
          <a:prstGeom prst="rect">
            <a:avLst/>
          </a:prstGeom>
          <a:solidFill>
            <a:srgbClr val="4CAF50">
              <a:alpha val="35000"/>
            </a:srgbClr>
          </a:solidFill>
          <a:ln w="1905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80560" y="1508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Selected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1801368"/>
            <a:ext cx="274320" cy="0"/>
          </a:xfrm>
          <a:prstGeom prst="line">
            <a:avLst/>
          </a:prstGeom>
          <a:noFill/>
          <a:ln w="1905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583680" y="1508760"/>
            <a:ext cx="1828800" cy="594360"/>
          </a:xfrm>
          <a:prstGeom prst="rect">
            <a:avLst/>
          </a:prstGeom>
          <a:solidFill>
            <a:srgbClr val="E94560">
              <a:alpha val="35000"/>
            </a:srgbClr>
          </a:solidFill>
          <a:ln w="1905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508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788920"/>
            <a:ext cx="1828800" cy="548640"/>
          </a:xfrm>
          <a:prstGeom prst="rect">
            <a:avLst/>
          </a:prstGeom>
          <a:solidFill>
            <a:srgbClr val="7F1D1D">
              <a:alpha val="70000"/>
            </a:srgbClr>
          </a:solidFill>
          <a:ln w="1905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74720" y="2788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(DELETE /sessions/:id — admin at any point)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" y="3794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(per user per session)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160520"/>
            <a:ext cx="2286000" cy="548640"/>
          </a:xfrm>
          <a:prstGeom prst="rect">
            <a:avLst/>
          </a:prstGeom>
          <a:solidFill>
            <a:srgbClr val="B0BEC5">
              <a:alpha val="35000"/>
            </a:srgbClr>
          </a:solidFill>
          <a:ln w="1905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Vote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560320" y="4434840"/>
            <a:ext cx="457200" cy="0"/>
          </a:xfrm>
          <a:prstGeom prst="line">
            <a:avLst/>
          </a:prstGeom>
          <a:noFill/>
          <a:ln w="1905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017520" y="4160520"/>
            <a:ext cx="2286000" cy="548640"/>
          </a:xfrm>
          <a:prstGeom prst="rect">
            <a:avLst/>
          </a:prstGeom>
          <a:solidFill>
            <a:srgbClr val="0D9488">
              <a:alpha val="35000"/>
            </a:srgbClr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017520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Cast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303520" y="4434840"/>
            <a:ext cx="457200" cy="0"/>
          </a:xfrm>
          <a:prstGeom prst="line">
            <a:avLst/>
          </a:prstGeom>
          <a:noFill/>
          <a:ln w="1905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760720" y="4160520"/>
            <a:ext cx="2286000" cy="548640"/>
          </a:xfrm>
          <a:prstGeom prst="rect">
            <a:avLst/>
          </a:prstGeom>
          <a:solidFill>
            <a:srgbClr val="F59E0B">
              <a:alpha val="35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760720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Changed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Test Cases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AT-1: User Registration — new user registers, lands on homepage with session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AT-2: Login / Logout — credentials accepted; session cleared on logout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AT-3: Create Group — group created, creator is ADMIN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AT-4: Invite Friend &amp; Join Group — friend request sent/accepted; invite sent/accepted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AT-5: Search &amp; Watchlist — TMDB search results shown; movie added to watchlist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663440" y="105156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AT-6: Create Session — session with date/time created under group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AT-7: Vote on Movie — members cast votes; results aggregated in real time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AT-8: AI Recommendations — group gets ranked suggestions with explanations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AT-9: Admin Catalog — SYSTEM_ADMIN adds movie to global catalog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AT-10: Mark Watched &amp; Rate — user marks movie watched, submits 1–5 star rating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26280" y="1051560"/>
            <a:ext cx="0" cy="3657600"/>
          </a:xfrm>
          <a:prstGeom prst="line">
            <a:avLst/>
          </a:prstGeom>
          <a:noFill/>
          <a:ln w="635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Coverage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51560"/>
            <a:ext cx="8138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Vitest (both frontend and backend packages)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backend/src/utils/jwt.test.ts — sign/verify access and refresh tokens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backend/src/database/schema.prisma.test.ts — Prisma schema structure validation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frontend/src/App.test.jsx — top-level app render and route guards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frontend/src/HomePage.test.jsx — home page component rendering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frontend/src/GroupPage.test.jsx — group listing and navigation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4251960"/>
            <a:ext cx="8229600" cy="685800"/>
          </a:xfrm>
          <a:prstGeom prst="rect">
            <a:avLst/>
          </a:prstGeom>
          <a:solidFill>
            <a:srgbClr val="14213D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42519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test:backend  ·  npm run test:frontend  ·  npm run test:all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6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114D6C-6358-186B-2950-716C9F259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4BD91CC-D4D3-5B92-CC4F-DEB8AF2B093E}"/>
              </a:ext>
            </a:extLst>
          </p:cNvPr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Coverage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57C2B7-3945-B0A7-57AE-FC7368B9193B}"/>
              </a:ext>
            </a:extLst>
          </p:cNvPr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9C8B0D0-7095-7F64-17F3-31CB95E56FF4}"/>
              </a:ext>
            </a:extLst>
          </p:cNvPr>
          <p:cNvSpPr/>
          <p:nvPr/>
        </p:nvSpPr>
        <p:spPr>
          <a:xfrm>
            <a:off x="502920" y="1051560"/>
            <a:ext cx="8138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Vitest (both frontend and backend packages)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backend/src/utils/jwt.test.ts — sign/verify access and refresh tokens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backend/src/database/schema.prisma.test.ts — Prisma schema structure validation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frontend/src/App.test.jsx — top-level app render and route guards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frontend/src/HomePage.test.jsx — home page component rendering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frontend/src/GroupPage.test.jsx — group listing and navigation</a:t>
            </a:r>
            <a:endParaRPr lang="en-US" sz="1500" dirty="0"/>
          </a:p>
        </p:txBody>
      </p:sp>
      <p:pic>
        <p:nvPicPr>
          <p:cNvPr id="8" name="Picture 7" descr="The image displays a terminal output from a testing session, indicating successful execution of tests for a backend application, including database schema, data transfer objects, and JWT validations.&#10;&#10;AI-generated content may be incorrect.">
            <a:extLst>
              <a:ext uri="{FF2B5EF4-FFF2-40B4-BE49-F238E27FC236}">
                <a16:creationId xmlns:a16="http://schemas.microsoft.com/office/drawing/2014/main" id="{9E64E538-AA89-28CE-C8D4-6D37DB861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9612" y="3164067"/>
            <a:ext cx="4400172" cy="17234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F815-9E89-C9B3-24DC-6E35289117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280" y="3207404"/>
            <a:ext cx="4226829" cy="163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762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6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2FA53-B78A-8535-469C-29D9CA487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453C654-E20C-9E27-2602-4A9F1F744252}"/>
              </a:ext>
            </a:extLst>
          </p:cNvPr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1118F93-9EFA-D898-3828-4DD1BB3A6857}"/>
              </a:ext>
            </a:extLst>
          </p:cNvPr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 descr="The image displays a webpage with a code editor interface, containing a file listing and code snippets related to a software engineering project.&#10;&#10;AI-generated content may be incorrect.">
            <a:extLst>
              <a:ext uri="{FF2B5EF4-FFF2-40B4-BE49-F238E27FC236}">
                <a16:creationId xmlns:a16="http://schemas.microsoft.com/office/drawing/2014/main" id="{63EE4504-E882-55B0-6706-39E7A22B31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996" t="36991" r="7565" b="41110"/>
          <a:stretch>
            <a:fillRect/>
          </a:stretch>
        </p:blipFill>
        <p:spPr>
          <a:xfrm>
            <a:off x="579446" y="3200226"/>
            <a:ext cx="7733281" cy="156472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9D36D4-73EA-CE0D-23E9-F12C38BB54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7266" t="46665" r="7906" b="26902"/>
          <a:stretch>
            <a:fillRect/>
          </a:stretch>
        </p:blipFill>
        <p:spPr>
          <a:xfrm>
            <a:off x="579446" y="1105242"/>
            <a:ext cx="7733281" cy="20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127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Repository — Branches &amp; Commits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183880" cy="3040380"/>
          </a:xfrm>
          <a:prstGeom prst="rect">
            <a:avLst/>
          </a:prstGeom>
          <a:solidFill>
            <a:srgbClr val="14213D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GitHub Network graph screenshot here ]</a:t>
            </a:r>
            <a:endParaRPr lang="en-US" sz="1600" dirty="0"/>
          </a:p>
          <a:p>
            <a:pPr marL="0" indent="0" algn="ctr">
              <a:buNone/>
            </a:pP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to: GitHub Repo → Insights → Network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screenshot and paste it onto this slide.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21840" y="4114068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— stable production branch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feature/backend — backend API development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feature/frontend — React SPA development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fix/* — bug fix branches merged into main via PR</a:t>
            </a:r>
            <a:endParaRPr lang="en-US" sz="1100" dirty="0"/>
          </a:p>
        </p:txBody>
      </p:sp>
      <p:pic>
        <p:nvPicPr>
          <p:cNvPr id="8" name="Picture 7" descr="The network graph displays a timeline of recent commits, sorted by date, with the repository owner and various branches (main, frontend, backend, and de-tests).&#10;&#10;AI-generated content may be incorrect.">
            <a:extLst>
              <a:ext uri="{FF2B5EF4-FFF2-40B4-BE49-F238E27FC236}">
                <a16:creationId xmlns:a16="http://schemas.microsoft.com/office/drawing/2014/main" id="{A838B6D8-3658-5004-D0DF-C734115B0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9" y="952274"/>
            <a:ext cx="8611802" cy="313893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Screenshots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8229600" cy="228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Picture 13" descr="The image displays a user interface with a welcome back message, fields for username and password, and options for account creation and login, powered by a backend API and MongoDB.&#10;&#10;AI-generated content may be incorrect.">
            <a:extLst>
              <a:ext uri="{FF2B5EF4-FFF2-40B4-BE49-F238E27FC236}">
                <a16:creationId xmlns:a16="http://schemas.microsoft.com/office/drawing/2014/main" id="{AA2EE0A6-D049-B583-A544-5425A292B3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01" y="1028699"/>
            <a:ext cx="3824131" cy="1877707"/>
          </a:xfrm>
          <a:prstGeom prst="rect">
            <a:avLst/>
          </a:prstGeom>
        </p:spPr>
      </p:pic>
      <p:pic>
        <p:nvPicPr>
          <p:cNvPr id="16" name="Picture 15" descr="The image is a user interface for a social platform showing a list of various groups, their status (public or private), membership count, and options to join or request to join.&#10;&#10;AI-generated content may be incorrect.">
            <a:extLst>
              <a:ext uri="{FF2B5EF4-FFF2-40B4-BE49-F238E27FC236}">
                <a16:creationId xmlns:a16="http://schemas.microsoft.com/office/drawing/2014/main" id="{EA7F72D4-D924-926E-D1B6-52CF0BC094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14624"/>
            <a:ext cx="3811932" cy="2027831"/>
          </a:xfrm>
          <a:prstGeom prst="rect">
            <a:avLst/>
          </a:prstGeom>
        </p:spPr>
      </p:pic>
      <p:pic>
        <p:nvPicPr>
          <p:cNvPr id="18" name="Picture 17" descr="Pick Your Status&#10;&#10;AI-generated content may be incorrect.">
            <a:extLst>
              <a:ext uri="{FF2B5EF4-FFF2-40B4-BE49-F238E27FC236}">
                <a16:creationId xmlns:a16="http://schemas.microsoft.com/office/drawing/2014/main" id="{2FAD4855-69EA-1F4F-D827-08EA6B69D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979" y="986019"/>
            <a:ext cx="3918627" cy="1920387"/>
          </a:xfrm>
          <a:prstGeom prst="rect">
            <a:avLst/>
          </a:prstGeom>
        </p:spPr>
      </p:pic>
      <p:pic>
        <p:nvPicPr>
          <p:cNvPr id="20" name="Picture 19" descr="The image displays a black chat interface with a list of movie titles, ratings, and various options for group chat management.&#10;&#10;AI-generated content may be incorrect.">
            <a:extLst>
              <a:ext uri="{FF2B5EF4-FFF2-40B4-BE49-F238E27FC236}">
                <a16:creationId xmlns:a16="http://schemas.microsoft.com/office/drawing/2014/main" id="{F67DAE0E-854B-3C80-7B14-279B77C2E1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9979" y="3034443"/>
            <a:ext cx="3918627" cy="19402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6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collaborative movie planning application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architecture: routes → controllers → services → repositories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dual-token auth with one-time-use refresh rotation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vote aggregation per session (admin selects winner)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group recommendations via OpenAI (score + explanation)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 system with online presence indicators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acceptance test cases covering all core workflows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unit tests: JWT utilities, DTOs, schema, and React components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884</Words>
  <Application>Microsoft Office PowerPoint</Application>
  <PresentationFormat>On-screen Show (16:9)</PresentationFormat>
  <Paragraphs>141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Movie Night Planner</dc:title>
  <dc:subject>PptxGenJS Presentation</dc:subject>
  <dc:creator>CS4398 Team</dc:creator>
  <cp:lastModifiedBy>Mi Nguyen</cp:lastModifiedBy>
  <cp:revision>1</cp:revision>
  <dcterms:created xsi:type="dcterms:W3CDTF">2026-04-28T15:20:26Z</dcterms:created>
  <dcterms:modified xsi:type="dcterms:W3CDTF">2026-04-28T17:38:34Z</dcterms:modified>
</cp:coreProperties>
</file>